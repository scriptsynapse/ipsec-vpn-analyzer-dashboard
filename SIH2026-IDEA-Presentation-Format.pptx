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IPsec VPN Protocol Analyzer &amp; Security Assessment Framework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IPsec VPN Protocol Analyzer and Security Assessment Framework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SIH014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AtmOS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2064921"/>
            <a:ext cx="10263888" cy="397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bodyPr wrap="square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What it is: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an AI platform that parses IKE handshakes, scores VPN crypto strength, and classifies the traffic type inside encrypted ESP packets via ML — without ever decrypting anything.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How it addresses the problem: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replaces manual Wireshark expertise with one-click analysis → automatic protocol/crypto identification → rule-based security scoring → executive + technical reports.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Innovation &amp; uniqueness: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clean split between deterministic parsing (cleartext IKE fields, no fake AI) and genuine explainable ML (Random Forest on encrypted-ESP side-channel features); Wazuh-style multi-agent live monitoring, not just single-pcap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AtmOS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50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Tech stack: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Python 3.11 + FastAPI + SQLite backend, React dashboard, Scapy + tshark for parsing, scikit-learn/XGBoost (Random Forest) for classification, Docker + strongSwan for the VPN testbed.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Methodology: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strongSwan testbed (17 config variants: cipher/DH/PFS/mode/IP version) → tcpdump captures IKE+ESP → tshark-based parser extracts cipher/DH/PFS/auth from the cleartext handshake → flow-feature extractor (size/timing/burstiness) feeds a Random Forest traffic-type classifier → rules engine scores against NIST SP 800-77 / RFC 8221 → auto-generated reports.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Working prototype: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REST API + interactive dashboard live today, with Wazuh-style lightweight agents streaming continuous captures into a Global Topology monitoring view.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AtmOS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50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8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already built and validated end-to-end on real hardware — real strongSwan tunnels, real tcpdump captures, a real trained classifier, not a paper concept.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8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 &amp; risks: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ML training data is a small real pilot set so far; some traffic types (e.g. WhatsApp) can't be captured live in an isolated lab and are approximated; open-source crypto plugin gaps (e.g. missing AES-GCM/ECC) can silently block configs.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8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Mitigation strategies: 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scaling the testbed capture matrix to grow the dataset; transparently documenting every approximation; already fixed a real strongSwan plugin gap by rebuilding from source; grouped train/test splitting (by source pcap) to keep accuracy numbers honest.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AtmOS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50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Who benefits: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security analysts, SOC teams, auditors and network admins at NTRO, enterprises, and government/defense agencies — including reviewers without deep IPsec expertise.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Impact: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cuts VPN security audits from hours of manual analysis to minutes; surfaces weak/legacy configs (3DES, small DH groups, PFS-off) before attackers do; standardizes assessment via a defensible, rule-traceable score.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strengthens critical-infrastructure security posture; reduces dependency on scarce protocol-analysis expertise; scales from one-off audits to continuous fleet-wide monitoring; explainable AI scoring builds trust with non-technical stakeholders.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AtmOS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324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RFC 7296 — Internet Key Exchange Protocol Version 2 (IKEv2)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RFC 4301 — Security Architecture for the Internet Protocol (IPsec)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RFC 8221 — Cryptographic Algorithm Implementation Requirements for ESP/AH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NIST SP 800-77 Rev. 1 — Guide to IPsec VPNs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IANA IKEv2 Parameters registry — Transform Type 1 (Encryption Algorithm)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strongSwan open-source IPsec/IKE implementation (testbed VPN engine)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Goh &amp; Barabási, “Burstiness and memory in complex systems” (ML flow feature)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Wazuh open-source security monitoring platform (agent/manager architecture inspiration)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AtmOS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